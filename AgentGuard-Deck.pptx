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0" cy="36576"/>
          </a:xfrm>
          <a:prstGeom prst="rect">
            <a:avLst/>
          </a:prstGeom>
          <a:solidFill>
            <a:srgbClr val="4AF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36576" cy="1097280"/>
          </a:xfrm>
          <a:prstGeom prst="rect">
            <a:avLst/>
          </a:prstGeom>
          <a:solidFill>
            <a:srgbClr val="4AF626"/>
          </a:solidFill>
          <a:ln/>
        </p:spPr>
      </p:sp>
      <p:sp>
        <p:nvSpPr>
          <p:cNvPr id="5" name="Shape 3"/>
          <p:cNvSpPr/>
          <p:nvPr/>
        </p:nvSpPr>
        <p:spPr>
          <a:xfrm>
            <a:off x="11094415" y="457200"/>
            <a:ext cx="640080" cy="36576"/>
          </a:xfrm>
          <a:prstGeom prst="rect">
            <a:avLst/>
          </a:prstGeom>
          <a:solidFill>
            <a:srgbClr val="4AF626"/>
          </a:solidFill>
          <a:ln/>
        </p:spPr>
      </p:sp>
      <p:sp>
        <p:nvSpPr>
          <p:cNvPr id="6" name="Shape 4"/>
          <p:cNvSpPr/>
          <p:nvPr/>
        </p:nvSpPr>
        <p:spPr>
          <a:xfrm>
            <a:off x="11734495" y="457200"/>
            <a:ext cx="36576" cy="1097280"/>
          </a:xfrm>
          <a:prstGeom prst="rect">
            <a:avLst/>
          </a:prstGeom>
          <a:solidFill>
            <a:srgbClr val="4AF62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371600"/>
            <a:ext cx="5486400" cy="5486400"/>
          </a:xfrm>
          <a:prstGeom prst="ellipse">
            <a:avLst/>
          </a:prstGeom>
          <a:solidFill>
            <a:srgbClr val="1A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FOR YOUR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63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npx tsx src/cli/index.ts test —url http://my-agent.ai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Adversarial testing harness · Runtime proxy · Pre-push CI gate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HACKHAZARDS ’26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Built by Rushd Arshed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ship to production untested.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2651760"/>
            <a:ext cx="73152" cy="411480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data leaks discovered post-deploy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73152" cy="411480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tools: slow, English-only, manual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840480"/>
            <a:ext cx="73152" cy="411480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840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CI for AI agent security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73152" cy="411480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34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 reliability metric across vendors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10058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0A0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9418320" y="1463040"/>
            <a:ext cx="1097280" cy="1097280"/>
          </a:xfrm>
          <a:prstGeom prst="ellipse">
            <a:avLst/>
          </a:prstGeom>
          <a:solidFill>
            <a:srgbClr val="E6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1554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229600" y="27432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agents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security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pre-deploy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 Industry Survey)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5303520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F0F2F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Critical failures reach end users before engineering is aware.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 — CI for Your AI Agents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Attack Categories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+ ATLAS + MITRE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25603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Judge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 providers, swap-position judging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5603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Graphs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failure propagation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25603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897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Indic-Language Attacks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Hindi / Hinglish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5303520"/>
            <a:ext cx="10789920" cy="5486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663440"/>
            <a:ext cx="10789920" cy="502920"/>
          </a:xfrm>
          <a:prstGeom prst="roundRect">
            <a:avLst>
              <a:gd name="adj" fmla="val 7273"/>
            </a:avLst>
          </a:prstGeom>
          <a:solidFill>
            <a:srgbClr val="E61919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663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(npx tsx)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4251960"/>
            <a:ext cx="10515600" cy="502920"/>
          </a:xfrm>
          <a:prstGeom prst="roundRect">
            <a:avLst>
              <a:gd name="adj" fmla="val 7273"/>
            </a:avLst>
          </a:prstGeom>
          <a:solidFill>
            <a:srgbClr val="1A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251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 · LLM · PII · Proxy · Graph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0120" y="384048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8404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+ tRPC · Drizzle · MySQL / Mem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3429000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4290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SPA (Vite) · Dashboard · Graph Viz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1463040"/>
            <a:ext cx="36576" cy="1645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STACK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four stages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0A0A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20240"/>
            <a:ext cx="731520" cy="731520"/>
          </a:xfrm>
          <a:prstGeom prst="ellipse">
            <a:avLst/>
          </a:prstGeom>
          <a:solidFill>
            <a:srgbClr val="E6191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AgentGuard at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endpoint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26080" y="3108960"/>
            <a:ext cx="36576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0A0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E6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attack categories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prompts, parallel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852160" y="3108960"/>
            <a:ext cx="36576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0A0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1920240"/>
            <a:ext cx="731520" cy="731520"/>
          </a:xfrm>
          <a:prstGeom prst="ellipse">
            <a:avLst/>
          </a:prstGeom>
          <a:solidFill>
            <a:srgbClr val="E61919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1792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judge 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CI confidence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778240" y="3108960"/>
            <a:ext cx="36576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0A0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0" y="1920240"/>
            <a:ext cx="731520" cy="731520"/>
          </a:xfrm>
          <a:prstGeom prst="ellipse">
            <a:avLst/>
          </a:prstGeom>
          <a:solidFill>
            <a:srgbClr val="E6191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440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4400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pre-push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hook, CI pipeline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85800" y="539496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0F2F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One-shot run · CI pipe · Or leave the proxy running during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SURFACE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 across 3 industry taxonomies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6191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0896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6517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4AF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53212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Crescendo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6517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95528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9244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26517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61919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37844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515600" y="26517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4AF626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85800" y="34290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443484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108960" y="34290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4612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46120" y="443484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61919"/>
          </a:solidFill>
          <a:ln/>
        </p:spPr>
      </p:sp>
      <p:sp>
        <p:nvSpPr>
          <p:cNvPr id="41" name="Text 39"/>
          <p:cNvSpPr/>
          <p:nvPr/>
        </p:nvSpPr>
        <p:spPr>
          <a:xfrm>
            <a:off x="324612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32120" y="34290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Collapse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69280" y="443484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4AF626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955280" y="34290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924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9244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Leak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092440" y="443484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00D4FF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378440" y="34290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5156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515600" y="443484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61919"/>
          </a:solidFill>
          <a:ln/>
        </p:spPr>
      </p:sp>
      <p:sp>
        <p:nvSpPr>
          <p:cNvPr id="56" name="Text 54"/>
          <p:cNvSpPr/>
          <p:nvPr/>
        </p:nvSpPr>
        <p:spPr>
          <a:xfrm>
            <a:off x="105156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BIAS-RESISTANT JUDGING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rigor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0A0A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Agent’s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2286000"/>
            <a:ext cx="36576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148840"/>
            <a:ext cx="1280160" cy="274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Swap-position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/ Safe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274320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0352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148840"/>
            <a:ext cx="1280160" cy="274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Swap-position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/ Safe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74320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D0D3D"/>
          </a:solidFill>
          <a:ln w="6350">
            <a:solidFill>
              <a:srgbClr val="4AF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2148840"/>
            <a:ext cx="1280160" cy="274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Swap-position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/ Safe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0" y="274320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4AF62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686800" y="2286000"/>
            <a:ext cx="36576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418320" y="164592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4AF626"/>
          </a:solidFill>
          <a:ln/>
        </p:spPr>
      </p:sp>
      <p:sp>
        <p:nvSpPr>
          <p:cNvPr id="32" name="Text 30"/>
          <p:cNvSpPr/>
          <p:nvPr/>
        </p:nvSpPr>
        <p:spPr>
          <a:xfrm>
            <a:off x="9509760" y="1783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 ≥ 0.6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3474720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3474720"/>
            <a:ext cx="45720" cy="457200"/>
          </a:xfrm>
          <a:prstGeom prst="rect">
            <a:avLst/>
          </a:prstGeom>
          <a:solidFill>
            <a:srgbClr val="0A0A2E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474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Wilson CI 95%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37033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rigorous bounds per category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4840" y="4069080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4434840" y="4069080"/>
            <a:ext cx="45720" cy="457200"/>
          </a:xfrm>
          <a:prstGeom prst="rect">
            <a:avLst/>
          </a:prstGeom>
          <a:solidFill>
            <a:srgbClr val="0A0A2E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4069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 Fallback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entropy when all LLMs timeout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83880" y="4663440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42" name="Shape 40"/>
          <p:cNvSpPr/>
          <p:nvPr/>
        </p:nvSpPr>
        <p:spPr>
          <a:xfrm>
            <a:off x="8183880" y="4663440"/>
            <a:ext cx="45720" cy="457200"/>
          </a:xfrm>
          <a:prstGeom prst="rect">
            <a:avLst/>
          </a:prstGeom>
          <a:solidFill>
            <a:srgbClr val="0A0A2E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4663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Adversarial Disprove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66760" y="48920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sanity-check against judge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 CASCADE GRAPHS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in graphs, not tables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1828800" cy="-64008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383280" y="182880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D0D3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0" y="2560320"/>
            <a:ext cx="3657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297680" y="214884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D0D3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-914400" cy="201168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840480" y="251460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D0D3D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514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-914400" cy="137160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669280" y="283464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D0D3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834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0" y="3931920"/>
            <a:ext cx="1828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97680" y="352044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D0D3D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52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86000" y="2011680"/>
            <a:ext cx="914400" cy="548640"/>
          </a:xfrm>
          <a:prstGeom prst="ellipse">
            <a:avLst/>
          </a:prstGeom>
          <a:solidFill>
            <a:srgbClr val="E6191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0" y="1371600"/>
            <a:ext cx="914400" cy="548640"/>
          </a:xfrm>
          <a:prstGeom prst="ellipse">
            <a:avLst/>
          </a:prstGeom>
          <a:solidFill>
            <a:srgbClr val="FF6B3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371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Jailbreak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43600" y="2011680"/>
            <a:ext cx="914400" cy="548640"/>
          </a:xfrm>
          <a:prstGeom prst="ellipse">
            <a:avLst/>
          </a:prstGeom>
          <a:solidFill>
            <a:srgbClr val="00D4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3383280"/>
            <a:ext cx="914400" cy="548640"/>
          </a:xfrm>
          <a:prstGeom prst="ellipse">
            <a:avLst/>
          </a:prstGeom>
          <a:solidFill>
            <a:srgbClr val="4AF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Crescendo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3383280"/>
            <a:ext cx="914400" cy="548640"/>
          </a:xfrm>
          <a:prstGeom prst="ellipse">
            <a:avLst/>
          </a:prstGeom>
          <a:solidFill>
            <a:srgbClr val="1A3A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72400" y="16459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 ALGORITHMS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55280" y="2194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Louvain · PageRank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Ratios · Graph Delta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Cypher Templates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Text2Cypher Agent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39319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55280" y="4480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JS-implemented GDS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AuraDB unavailable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(identical algorithms)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SARVAM AI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red-teaming tool with Indic-language adversarial generation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Sarvam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Saaras STT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2377440"/>
            <a:ext cx="50292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A0A2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under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377440"/>
            <a:ext cx="50292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18288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Regex-guard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23960" y="2377440"/>
            <a:ext cx="502920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18288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to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3474720"/>
            <a:ext cx="10789920" cy="2377440"/>
          </a:xfrm>
          <a:prstGeom prst="roundRect">
            <a:avLst>
              <a:gd name="adj" fmla="val 3077"/>
            </a:avLst>
          </a:prstGeom>
          <a:solidFill>
            <a:srgbClr val="F0F2F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INTEGRATED APIS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sarvam-30b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/v1/chat/ completions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Gen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en, mixed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Saaras v3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/speech-to-text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hi-IN, bn-IN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Bulbul v3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/text-to-speech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hi-IN, ta-IN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7472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/translate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6800" y="5394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te-IN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" y="5669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Hindi (hi-IN) · Bengali (bn-IN) · Tamil (ta-IN) · Telugu (te-IN)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5760720" cy="594360"/>
          </a:xfrm>
          <a:prstGeom prst="roundRect">
            <a:avLst>
              <a:gd name="adj" fmla="val 9231"/>
            </a:avLst>
          </a:prstGeom>
          <a:solidFill>
            <a:srgbClr val="E6191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972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(npx tsx) — test · proxy · pre-push · harden · publish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54864" cy="32004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2011680"/>
            <a:ext cx="1005840" cy="54864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28600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LIBRARY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880360"/>
            <a:ext cx="36576" cy="347472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880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3-provider, swap-position, κ, heuristic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337560"/>
            <a:ext cx="36576" cy="347472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337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OpenRouter, Groq, Gemini, Sarvam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794760"/>
            <a:ext cx="36576" cy="347472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7947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794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regex + Shannon entropy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4251960"/>
            <a:ext cx="36576" cy="347472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51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forward proxy, real-time 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36576" cy="347472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709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4709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GDS: Louvain, PageRank, Lift, Delta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5166360"/>
            <a:ext cx="36576" cy="347472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166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5166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config generator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28600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+ UI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880360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+ tRPC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95360" y="2880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3337560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337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Drizzle 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95360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Mem fallback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3794760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94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 AuraDB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+ Cypher Agent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4251960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0D0D3D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251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SPA (Vite)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95360" y="4251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Dashboard, Runs, Detail, Leaderboard,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Demo, Playground, Graph Explorer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 · HACKHAZARDS ’26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492240"/>
            <a:ext cx="1218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AGENTGUARD WINS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PyRIT &amp; garak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058400" cy="2286000"/>
          </a:xfrm>
          <a:prstGeom prst="roundRect">
            <a:avLst>
              <a:gd name="adj" fmla="val 3200"/>
            </a:avLst>
          </a:prstGeom>
          <a:solidFill>
            <a:srgbClr val="F0F2F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554480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0A0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0A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55448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0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55448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0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011680"/>
            <a:ext cx="9875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Multi-judge consensus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swap + 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0" y="2423160"/>
            <a:ext cx="98755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95% CI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2834640"/>
            <a:ext cx="9875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graphs (Louvain + PageRank)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525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7280" y="3246120"/>
            <a:ext cx="98755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Cross-run graph delta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5256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97280" y="3657600"/>
            <a:ext cx="9875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proxy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5256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97280" y="4069080"/>
            <a:ext cx="98755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2" name="Text 40"/>
          <p:cNvSpPr/>
          <p:nvPr/>
        </p:nvSpPr>
        <p:spPr>
          <a:xfrm>
            <a:off x="118872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Pre-push git hook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5256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97280" y="4480560"/>
            <a:ext cx="9875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18872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Indic-language attacks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494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525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97280" y="4892040"/>
            <a:ext cx="98755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2" name="Text 50"/>
          <p:cNvSpPr/>
          <p:nvPr/>
        </p:nvSpPr>
        <p:spPr>
          <a:xfrm>
            <a:off x="118872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OWASP/ATLAS mapping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4632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4944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05256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97280" y="5303520"/>
            <a:ext cx="9875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filter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46320" y="5303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9440" y="5303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52560" y="5303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580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SUPPORTED (count)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60120" y="5120640"/>
            <a:ext cx="1097280" cy="822960"/>
          </a:xfrm>
          <a:prstGeom prst="roundRect">
            <a:avLst>
              <a:gd name="adj" fmla="val 4444"/>
            </a:avLst>
          </a:prstGeom>
          <a:solidFill>
            <a:srgbClr val="E61919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" y="5989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AgentGuard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03320" y="576072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8A8A8A"/>
          </a:solidFill>
          <a:ln/>
        </p:spPr>
      </p:sp>
      <p:sp>
        <p:nvSpPr>
          <p:cNvPr id="65" name="Text 63"/>
          <p:cNvSpPr/>
          <p:nvPr/>
        </p:nvSpPr>
        <p:spPr>
          <a:xfrm>
            <a:off x="3429000" y="5989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PyRIT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46520" y="576072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2A2A2A"/>
          </a:solidFill>
          <a:ln/>
        </p:spPr>
      </p:sp>
      <p:sp>
        <p:nvSpPr>
          <p:cNvPr id="67" name="Text 65"/>
          <p:cNvSpPr/>
          <p:nvPr/>
        </p:nvSpPr>
        <p:spPr>
          <a:xfrm>
            <a:off x="6172200" y="5989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191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Brutalize your agent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users do.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6858000" cy="1645920"/>
          </a:xfrm>
          <a:prstGeom prst="roundRect">
            <a:avLst>
              <a:gd name="adj" fmla="val 4444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43200"/>
            <a:ext cx="6858000" cy="320040"/>
          </a:xfrm>
          <a:prstGeom prst="roundRect">
            <a:avLst>
              <a:gd name="adj" fmla="val 22857"/>
            </a:avLst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— 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137160" cy="137160"/>
          </a:xfrm>
          <a:prstGeom prst="ellipse">
            <a:avLst/>
          </a:prstGeom>
          <a:solidFill>
            <a:srgbClr val="E61919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83464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834640"/>
            <a:ext cx="137160" cy="137160"/>
          </a:xfrm>
          <a:prstGeom prst="ellipse">
            <a:avLst/>
          </a:prstGeom>
          <a:solidFill>
            <a:srgbClr val="4AF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tsx src/cli/index.ts test --url https://my-agent.ai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tsx src/cli/index.ts proxy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Proxy listening on :4000 • 10/10 categories passed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0972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agentguard-j5ny.onrender.com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0" y="21945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github.com/rushdarshan/AgentGuard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12480" y="32918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graphs + Aura Agent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12480" y="43891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Sarvam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Indic-language attacks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HACKHAZARDS ’26 · AgentGuard · Built by Rushd Arshed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2026-06-28T18:47:47Z</dcterms:created>
  <dcterms:modified xsi:type="dcterms:W3CDTF">2026-06-28T18:47:47Z</dcterms:modified>
</cp:coreProperties>
</file>