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x=0.5 y=0.5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972800" y="5486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x=12 y=6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x=0.5 y=6.5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2026-06-28T18:42:03Z</dcterms:created>
  <dcterms:modified xsi:type="dcterms:W3CDTF">2026-06-28T18:42:03Z</dcterms:modified>
</cp:coreProperties>
</file>