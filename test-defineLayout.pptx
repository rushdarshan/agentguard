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at x=0.5 y=0.5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at x=8 y=4.5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right x=9.5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2026-06-28T18:41:53Z</dcterms:created>
  <dcterms:modified xsi:type="dcterms:W3CDTF">2026-06-28T18:41:53Z</dcterms:modified>
</cp:coreProperties>
</file>